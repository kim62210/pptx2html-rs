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/>
  <p:sldIdLst>
    <p:sldId id="256" r:id="rId1"/>
    <p:sldId id="257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theme" Target="theme/theme1.xml"/>
</Relationships>
</file>

<file path=ppt/slides/_rels/slide1.xml.rels><?xml version="1.0" encoding="UTF-8" standalone="yes"?><Relationships xmlns="http://schemas.openxmlformats.org/package/2006/relationships"/>
</file>

<file path=ppt/slides/_rels/slide2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" cy="457200"/>
          </a:xfrm>
          <a:prstGeom prst="rect">
            <a:avLst/>
          </a:prstGeom>
        </p:spPr>
        <p:txBody>
          <a:bodyPr/>
          <a:lstStyle/>
          <a:p>
            <a:r>
              <a:rPr lang="en-US" sz="1800"/>
              <a:t>Slide One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914400" cy="457200"/>
          </a:xfrm>
          <a:prstGeom prst="rect">
            <a:avLst/>
          </a:prstGeom>
        </p:spPr>
        <p:txBody>
          <a:bodyPr/>
          <a:lstStyle/>
          <a:p>
            <a:r>
              <a:rPr lang="en-US" sz="1800"/>
              <a:t>Slide Two</a:t>
            </a:r>
          </a:p>
        </p:txBody>
      </p:sp>
    </p:spTree>
  </p:cSld>
</p:sld>
</file>

<file path=ppt/theme/theme1.xml><?xml version="1.0" encoding="utf-8"?>
<a:theme xmlns:a="http://schemas.openxmlformats.org/drawingml/2006/main" name="TestTheme">
  <a:themeElements>
    <a:clrScheme name="TestColors">
      <a:dk1>
        <a:srgbClr val="000000"/>
      </a:dk1>
      <a:lt1>
        <a:srgbClr val="FFFFFF"/>
      </a:lt1>
      <a:dk2>
        <a:srgbClr val="1F1F1F"/>
      </a:dk2>
      <a:lt2>
        <a:srgbClr val="F7F7F7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stFonts">
      <a:majorFont>
        <a:latin typeface="Calibri"/>
      </a:majorFont>
      <a:minorFont>
        <a:latin typeface="Calibri"/>
      </a:minorFont>
    </a:fontScheme>
    <a:fmtScheme name="TestFmt"/>
  </a:themeElements>
</a:theme>
</file>